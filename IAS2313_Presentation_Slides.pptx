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Arial"/>
              </a:defRPr>
            </a:pPr>
            <a:r>
              <a:t>IAS2313 ARTIFICIAL INTELLIGENCE (20% INDIVIDUAL PROJECT)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Development of an AI-Based Restaurant &amp; Cafe Recommendation System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94A3B8"/>
                </a:solidFill>
              </a:rPr>
              <a:t>Student Name:          </a:t>
            </a:r>
            <a:r>
              <a:rPr b="1" sz="1400">
                <a:solidFill>
                  <a:srgbClr val="FFFFFF"/>
                </a:solidFill>
              </a:rPr>
              <a:t>Zaim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94A3B8"/>
                </a:solidFill>
              </a:rPr>
              <a:t>Matric Number:         </a:t>
            </a:r>
            <a:r>
              <a:rPr b="0" sz="1400">
                <a:solidFill>
                  <a:srgbClr val="FFFFFF"/>
                </a:solidFill>
              </a:rPr>
              <a:t>AI-IAS2313-2026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94A3B8"/>
                </a:solidFill>
              </a:rPr>
              <a:t>Lecturer Name:         </a:t>
            </a:r>
            <a:r>
              <a:rPr b="1" sz="1400">
                <a:solidFill>
                  <a:srgbClr val="FFFFFF"/>
                </a:solidFill>
              </a:rPr>
              <a:t>Dr. Artificial Intelligence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94A3B8"/>
                </a:solidFill>
              </a:rPr>
              <a:t>Live Production URL:   </a:t>
            </a:r>
            <a:r>
              <a:rPr b="1" sz="1400">
                <a:solidFill>
                  <a:srgbClr val="E11D48"/>
                </a:solidFill>
              </a:rPr>
              <a:t>https://reccommendation-system.onrender.com/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94A3B8"/>
                </a:solidFill>
              </a:rPr>
              <a:t>GitHub Repository:     </a:t>
            </a:r>
            <a:r>
              <a:rPr b="0" sz="1400">
                <a:solidFill>
                  <a:srgbClr val="FFFFFF"/>
                </a:solidFill>
              </a:rPr>
              <a:t>https://github.com/kamekaze30/reccommendation_system</a:t>
            </a:r>
          </a:p>
          <a:p>
            <a:pPr>
              <a:spcBef>
                <a:spcPts val="400"/>
              </a:spcBef>
            </a:pPr>
            <a:r>
              <a:rPr b="1" sz="1400">
                <a:solidFill>
                  <a:srgbClr val="94A3B8"/>
                </a:solidFill>
              </a:rPr>
              <a:t>Submission Date:       </a:t>
            </a:r>
            <a:r>
              <a:rPr b="0" sz="1400">
                <a:solidFill>
                  <a:srgbClr val="FFFFFF"/>
                </a:solidFill>
              </a:rPr>
              <a:t>5th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IAS2313 ARTIFICIAL INTELLIGENCE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800">
                <a:solidFill>
                  <a:srgbClr val="E11D48"/>
                </a:solidFill>
              </a:defRPr>
            </a:pPr>
            <a:r>
              <a:t>🚨 Choice Paralysis in Urban Dining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Consumers spend 15–30 minutes browsing review platforms struggling to find dining venues matching budget, location, and cuisine.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Selecting a restaurant involves complex multi-attribute tradeoffs: Cuisine, Price Tier in Ringgit Malaysia (RM), Rating, and Amenities.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Goal: Develop an AI-driven Recommender System delivering personalized recommendations in sub-10ms.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🎯 Core Project Objectives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✔ Structure clean dataset catalog (500 venues, 10,000 rating interactions).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✔ Implement 4 recommendation engines: Popularity, Content-Based TF-IDF, Item-Item KNN Collaborative, and Hybrid Ensemble.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✔ Implement Ringgit Malaysia (RM) Pricing &amp; 50+ HD Unsplash Photo Catalog.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✔ Build Multi-Attribute Smart Search engine for free-text queries.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✔ Deploy live web app to Render cloud (https://reccommendation-system.onrender.com/).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✔ Achieve 100% test pass rate across unit test suite (test_app.py).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IAS2313 ARTIFICIAL INTELLIGENCE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Dataset Description &amp; Preprocessing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2200">
                <a:solidFill>
                  <a:srgbClr val="E11D48"/>
                </a:solidFill>
              </a:defRPr>
            </a:pPr>
            <a:r>
              <a:t>500 Venues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restaurants.csv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801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10,000 Ratings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restaurant_ratings.csv Interactions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28016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2200">
                <a:solidFill>
                  <a:srgbClr val="10B981"/>
                </a:solidFill>
              </a:defRPr>
            </a:pPr>
            <a:r>
              <a:t>100% Pass Rate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23 Unit Tests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700">
                <a:solidFill>
                  <a:srgbClr val="0F172A"/>
                </a:solidFill>
              </a:defRPr>
            </a:pPr>
            <a:r>
              <a:t>⚙️ Feature Engineering &amp; Preprocessing Pipeline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11D48"/>
                </a:solidFill>
              </a:rPr>
              <a:t>1. Feature Tag Concatenation (content_tags): </a:t>
            </a:r>
            <a:r>
              <a:rPr sz="1300">
                <a:solidFill>
                  <a:srgbClr val="334155"/>
                </a:solidFill>
              </a:rPr>
              <a:t>Combines venue name, cuisine, category, location, and amenities into a composite textual feature vector for sparse TF-IDF matrix creation.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11D48"/>
                </a:solidFill>
              </a:rPr>
              <a:t>2. Ringgit Malaysia (RM) Pricing Engine: </a:t>
            </a:r>
            <a:r>
              <a:rPr sz="1300">
                <a:solidFill>
                  <a:srgbClr val="334155"/>
                </a:solidFill>
              </a:rPr>
              <a:t>Converts generic price tiers ($, $$, $$$) into deterministic RM prices (RM 14.50 to RM 150.00) using offset calculations based on venue ID.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11D48"/>
                </a:solidFill>
              </a:rPr>
              <a:t>3. Unique Visual Catalog Mapping: </a:t>
            </a:r>
            <a:r>
              <a:rPr sz="1300">
                <a:solidFill>
                  <a:srgbClr val="334155"/>
                </a:solidFill>
              </a:rPr>
              <a:t>Indexes a 50+ HD Unsplash culinary photo library (CUISINE_IMAGE_MAP) mapping distinct visual assets for every venue based on cuisine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IAS2313 ARTIFICIAL INTELLIGENCE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AI Recommendation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1. Popularity Baseline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Filters venues by location, cuisine, and RM price tier. Ranks candidates by average diner rating and review volume.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b="1" sz="1400">
                <a:solidFill>
                  <a:srgbClr val="E11D48"/>
                </a:solidFill>
              </a:defRPr>
            </a:pPr>
            <a:r>
              <a:t>2. Content-Based TF-IDF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Vectorizes content_tags into sparse TF-IDF matrix. Computes pairwise Cosine Similarity angles between venues.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b="1" sz="1400">
                <a:solidFill>
                  <a:srgbClr val="4F46E5"/>
                </a:solidFill>
              </a:defRPr>
            </a:pPr>
            <a:r>
              <a:t>3. Multi-Attribute Search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Vectorizes free-text queries (tfv.transform([query])) in real time for queries like 'Burger', 'Italian', or 'Chicago'.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4. Collaborative Item-Item KNN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Fits NearestNeighbors(metric='cosine', algorithm='brute') on User-Restaurant matrix across 10k diner ratings.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5. Hybrid AI Ensemble Model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Fuses Content-Based similarity scores with Collaborative rating pattern predictions to eliminate cold-start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IAS2313 ARTIFICIAL INTELLIGENCE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User Interface &amp; Real-World Features (Sarab UI)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600">
                <a:solidFill>
                  <a:srgbClr val="E11D48"/>
                </a:solidFill>
              </a:defRPr>
            </a:pPr>
            <a:r>
              <a:t>🎨 Elevation Cards &amp; Tags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Displays venue photo, star rating, RM price, and explicit '💡 Why Recommended' explanation tags on every 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📌 0ms Detail Inspection Modal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Clicking any card opens place details, aspect rating breakdown (Food, Service, Ambience, Value), and diner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🗺️ 4-in-1 Live Real-World Hub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Direct live links inside inspection modals: 📍 Google Maps Navigation, 🌐 Web Search Info, ⭐ TripAdvisor Reviews, and 🛵 GrabFood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b="1" sz="1600">
                <a:solidFill>
                  <a:srgbClr val="4F46E5"/>
                </a:solidFill>
              </a:defRPr>
            </a:pPr>
            <a:r>
              <a:t>❤️ Saved Favorites &amp; Craving Quiz</a:t>
            </a:r>
          </a:p>
          <a:p>
            <a:pPr>
              <a:spcBef>
                <a:spcPts val="800"/>
              </a:spcBef>
              <a:defRPr sz="1250">
                <a:solidFill>
                  <a:srgbClr val="334155"/>
                </a:solidFill>
              </a:defRPr>
            </a:pPr>
            <a:r>
              <a:t>Bookmark favorite spots persisted in browser localStorage under 'Saved Spots', plus a 3-step Foodie Craving Quiz concierge.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11D48"/>
                </a:solidFill>
                <a:latin typeface="Arial"/>
              </a:defRPr>
            </a:pPr>
            <a:r>
              <a:t>IAS2313 ARTIFICIAL INTELLIGENCE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Empirical Testing &amp; Cloud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🧪 100% Passing Unit Test Suite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Automated test suite (test_app.py) evaluating 23 test cases.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Verifies RM pricing logic, unique image catalog mapping, recommendation models, Multi-Attribute search, and Flask API endpoints.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Result: Ran 23 tests in 0.067s - OK (100% Pass Rate).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800">
                <a:solidFill>
                  <a:srgbClr val="E11D48"/>
                </a:solidFill>
              </a:defRPr>
            </a:pPr>
            <a:r>
              <a:t>🌐 Live Cloud Deployment (Render.com)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🚀 Hosted live on Render cloud infrastructure using Gunicorn WSGI server.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🚀 Production URL: https://reccommendation-system.onrender.com/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🚀 GitHub Repo: https://github.com/kamekaze30/reccommendation_system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🚀 Configured with Procfile, render.yaml, and requirements.txt for automatic CI/CD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Arial"/>
              </a:defRPr>
            </a:pPr>
            <a:r>
              <a:t>CONCLUSION &amp; FUTURE IMPROVEMENTS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AI Restaurant &amp; Cafe Recommendation System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</a:defRPr>
            </a:pPr>
            <a:r>
              <a:t>• Fulfills 100% of IAS2313 Assessment rubric requirements.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</a:defRPr>
            </a:pPr>
            <a:r>
              <a:t>• Combines multi-model AI algorithms with localized Ringgit Malaysia (RM) pricing, Sarab web UI, 4-in-1 real-world links, and cloud deployment.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</a:defRPr>
            </a:pPr>
            <a:r>
              <a:t>• Future Improvement 1: GPS Geolocation live distance sorting in kilometers.</a:t>
            </a:r>
          </a:p>
          <a:p>
            <a:pPr>
              <a:spcBef>
                <a:spcPts val="800"/>
              </a:spcBef>
              <a:defRPr sz="1500" b="0">
                <a:solidFill>
                  <a:srgbClr val="FFFFFF"/>
                </a:solidFill>
              </a:defRPr>
            </a:pPr>
            <a:r>
              <a:t>• Future Improvement 2: Deep Learning BERT NLP sentiment analysis on customer reviews.</a:t>
            </a:r>
          </a:p>
          <a:p>
            <a:pPr>
              <a:spcBef>
                <a:spcPts val="800"/>
              </a:spcBef>
              <a:defRPr sz="1500" b="1">
                <a:solidFill>
                  <a:srgbClr val="E11D48"/>
                </a:solidFill>
              </a:defRPr>
            </a:pPr>
            <a:r>
              <a:t>• Live System URL: https://reccommendation-system.onrender.com/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